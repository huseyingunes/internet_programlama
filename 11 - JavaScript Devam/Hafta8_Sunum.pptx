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23E5C">
              <a:alpha val="80000"/>
            </a:srgbClr>
          </a:solidFill>
          <a:ln w="12700">
            <a:solidFill>
              <a:srgbClr val="047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0"/>
            <a:ext cx="3200400" cy="3200400"/>
          </a:xfrm>
          <a:prstGeom prst="ellipse">
            <a:avLst/>
          </a:prstGeom>
          <a:solidFill>
            <a:srgbClr val="047099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Yapıları,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 ve AJAX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· Object · Modüller · DOM · fetch · AJAX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280160" cy="36576"/>
          </a:xfrm>
          <a:prstGeom prst="rect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16636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Balıkesir Üniversitesi  ·  Bilgisayar Mühendisliği  ·  135 dakika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AKIŞI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Ne Öğreneceğiz?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1508760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Metodları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80136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filter · reduce · flat · flatMap — Fonksiyonel veri dönüşümü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0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 dk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93776" cy="4937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86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221992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Metodları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51460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keys/values/entries · destructuring · spread · 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0" y="2286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992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935224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Modülleri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322783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· named vs default · Vite · npm · bundler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0" y="29992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dk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12464"/>
            <a:ext cx="493776" cy="49377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124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648456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Manipülasyonu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94106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· classList · event delegation · DocumentFragment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37124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 dk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25696"/>
            <a:ext cx="493776" cy="49377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256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4361688"/>
            <a:ext cx="8961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ve fetch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465429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XMLHttpRequest'ten fetch'e · Promise · async/await · hata yönetimi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44256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1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 dk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Array Metodları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 ·  filter  ·  reduce  ·  flat  ·  flatMap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yazmayı bırakın.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dönüştürün, filtreleyin, tek değere indirgeyin.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Fonksiyonel programlamanın JS'teki üç silahı — React, Vue, Angular'da her satırda bunlar var.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ARRAY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ve filter — Dönüştür ve Süz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539496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89280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 elemanı dönüştür, yeni dizi döner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2068373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[1,2,3]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.map(x =&gt; x * x);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24393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4, 9]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59506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isimler = kullanicilar.map(k =&gt; k.ad);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94619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 dönüşümü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312176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ozetler = urunler.map(u =&gt; ({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329732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u.id, ad: u.ad, kdvli: u.fiyat * 1.18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472891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1444752"/>
            <a:ext cx="5577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801368"/>
            <a:ext cx="557784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89280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Koşulu sağlayanları 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72784" y="2068373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[1,2,3,4,5]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.filter(x =&gt; x % 2 === 0);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72784" y="224393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[2, 4]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72784" y="259506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aktifler = kullanicilar.filter(k =&gt; k.aktif);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72784" y="294619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Zincir: filtrele sonra dönüştür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2784" y="312176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sonuc = urunler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72784" y="329732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.filter(u =&gt; u.stok &gt; 0)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72784" y="347289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.map(u =&gt; u.ad);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361688"/>
            <a:ext cx="11247120" cy="17190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165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— Zincirleme: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727448"/>
            <a:ext cx="10881360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818888"/>
            <a:ext cx="106253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odemeler = siparisler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6384" y="4994453"/>
            <a:ext cx="106253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.filter(s =&gt; s.durum ===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"tamamlandi"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86384" y="5170018"/>
            <a:ext cx="106253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.map(s =&gt; s.tutar)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6384" y="5345582"/>
            <a:ext cx="106253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.filter(t =&gt; t &gt;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86384" y="5521147"/>
            <a:ext cx="106253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TL üzeri tamamlanmış siparişlerin tutarları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ARRAY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reduce, flat ve flatMap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tek ve en güçlü dizi metodudur — map ve filter, reduce ile yazılabilir.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56232"/>
            <a:ext cx="54864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47672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reduce(callback, başlangıçDeğeri)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2123237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callback(birikimli, mevcutEleman)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474366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toplam = [1,2,3,4,5]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649931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.reduce((acc, x) =&gt; acc + x, 0);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825496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3176626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Nesne oluşturma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3352190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stokMap = urunler.reduce((acc, u) =&gt; {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527755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acc[u.id] = u.stok;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703320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" y="3878885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{});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" y="4054450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{1: 50, 2: 0, 3: 120}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" y="4405579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Gruplama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" y="4581144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gruplar = kisiler.reduce((acc, k) =&gt; {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" y="4756709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(acc[k.sehir] ??= []).push(k.ad);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" y="4932274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" y="5107838"/>
            <a:ext cx="52303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{});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1856232"/>
            <a:ext cx="55778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94767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 — iç içe dizileri düzleştir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72784" y="212323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[[1,2],[3,[4,5]]].flat();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2784" y="229880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2, 3, [4, 5]]  — 1 derinlik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247436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[[1,2],[3,[4,5]]].flat(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Infinity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264993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2, 3, 4, 5]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300106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flatMap — map + flat(1)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72784" y="317662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["ali veli","ahmet mehmet"]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72784" y="3352190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.flatMap(s =&gt; s.split(' '));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72784" y="3527755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["ali","veli","ahmet","mehmet"]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72784" y="3878885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API yanıtlarında: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72784" y="4054450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tumUrunler = kategoriler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4230014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.flatMap(k =&gt; k.urunler);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72784" y="4581144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Hızlı referans: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72784" y="4756709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   → dönüştür (1-1)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72784" y="4932274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→ süz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72784" y="510783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→ tek değer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72784" y="5283403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  → düzleştir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  ·  OBJECT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Metodları, Spread ve Destructuring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39496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7276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keys / values / entries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3504" y="1748333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kullanici = { ad:"Ali", yas:25, sehir:"İzmir" };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209946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Object.keys(kullanici);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27502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["ad", "yas", "sehir"]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45059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Object.values(kullanici);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62615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["Ali", 25, "İzmir"]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280172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Object.entries(kullanici);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297728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[["ad","Ali"],["yas",25],...]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32841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Nesneyi döngüde gez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503981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Object.entries(kullanici).forEach(([k,v]) =&gt; {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" y="367954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console.log(`${k}: ${v}`);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" y="3855110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481328"/>
            <a:ext cx="55778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57276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Spread — kopyala ve birleştir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72784" y="1748333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 x:1, y:2 };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72784" y="192389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 ...a, z:3 };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2784" y="209946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x:1, y:2, z:3 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72784" y="245059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 state güncellemesi: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72784" y="262615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setState(prev =&gt; ({ ...prev, yas: 26 }));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72784" y="297728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— kalanı topla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2784" y="315285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ad, ...geri } = kullanici;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332841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geri = { yas:25, sehir:'İzmir' }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367954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Fonksiyon parametresi: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3855110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isle({ ad, yas, ...diger }) {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72784" y="4030675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console.log(ad, yas);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72784" y="4206240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224528"/>
            <a:ext cx="11247120" cy="1865376"/>
          </a:xfrm>
          <a:prstGeom prst="rect">
            <a:avLst/>
          </a:prstGeom>
          <a:solidFill>
            <a:srgbClr val="F0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79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— Çıkarım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599432"/>
            <a:ext cx="5120640" cy="1389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4690872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Dizi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6384" y="4866437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[ilk, ikinci, ...kalan] = [1,2,3,4];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6384" y="5042002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Nesne + varsayılan + takma ad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6384" y="5217566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ad, yas=18, sehir:konum } = kullanici;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89320" y="4599432"/>
            <a:ext cx="5577840" cy="1389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469087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API yanıtından direkt çıkar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135624" y="486643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data: { users, total }, status } = yanit;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35624" y="521756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Fonksiyon parametresinde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135624" y="539313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selamla = ({ ad, yas=18 }) =&gt; `${ad}, ${yas}`;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  ·  MODÜLLER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Modülleri — import / export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dosya kendi scope'una sahiptir; bilerek dışa aktardıkları dışında hiçbir şeyi sızdırmaz.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539496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852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math.js — dışa aktarma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2114093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topla(a,b) { return a+b; 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28965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carp(a,b)  { return a*b; 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46522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81635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export — bir dosyada sadece bir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299191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hesapla(x) {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316748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x * PI;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34304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69417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main.js — içe aktarma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" y="3869741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hesapla from "./math.js";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" y="404530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topla, PI }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"./math.js";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" y="4220870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as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"./math.js";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1847088"/>
            <a:ext cx="557784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93852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Takma ad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72784" y="2114093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topla as sum }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"./math";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2784" y="246522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npm paketi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72784" y="264078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"lodash";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72784" y="281635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format }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"date-fns";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72784" y="316748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Dinamik import (lazy loading)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2784" y="334304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Chart }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import("./chart.js");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369417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Re-export (index.js barrel pattern)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386974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topla, carp }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"./math";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404530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kullanici }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"./api";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1124712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4439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npm — Modern Tooling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5120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846320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projem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86384" y="5021885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projem &amp;&amp; npm install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86384" y="5197450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# localhost:5173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6384" y="5373014"/>
            <a:ext cx="48646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# dist/ klasörü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035040" y="4443984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yöneticisi. package.json bağımlılıkları tutar.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Bundler. import'ları birleştirir, tarayıcıya gönderir.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Git'e eklenmez. npm install ile yeniden oluşturulur.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144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1272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"Document Object Model"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HTML'i okur, bellekte ağaç yapısı oluşturur.
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bu ağaca erişir, değiştirir, olayları dinler.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değişiklik → reflow/repaint — performans kritik.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 ·  DOM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Seçiciler, Manipülasyon ve Event Delegation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394960" cy="2487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7276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Seçiciler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3504" y="1748333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   = document.querySelector("#gonder");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192389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 = document.querySelectorAll(".urun");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27502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Okuma / Yazma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45059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h1.textContent;            // metin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62615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h1.textContent = "Yeni";   // değiştir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280172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input.value;               // form değeri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297728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div.innerHTML = "&lt;p&gt;...&lt;/p&gt;";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32841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classList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503981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el.classList.add("aktif");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" y="367954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el.classList.remove("gizli");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" y="3855110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el.classList.toggle("acik");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" y="4030675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el.classList.contains("aktif");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1481328"/>
            <a:ext cx="5577840" cy="2487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57276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Eleman oluştur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72784" y="1748333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= document.createElement("li");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2784" y="192389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li.textContent = "Yeni madde";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72784" y="209946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ul.appendChild(li);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72784" y="245059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Delegation — her li'ye değil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72784" y="262615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üst elemana tek listener: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2784" y="280172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liste.addEventListener("click", (e) =&gt; {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297728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(e.target.matches("li")) {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315285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isle(e.target.dataset.id);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332841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72784" y="350398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72784" y="3855110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Dinamik eklenenlere de çalışır!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11247120" cy="196596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605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DocumentFragment — 100 eleman için 1 reflow: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480560"/>
            <a:ext cx="50292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4572000"/>
            <a:ext cx="47731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YAVAŞ — her appendChild reflow!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6384" y="4747565"/>
            <a:ext cx="47731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(let i=0; i&lt;100; i++) {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6384" y="4923130"/>
            <a:ext cx="47731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= document.createElement('li');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6384" y="5098694"/>
            <a:ext cx="47731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ul.appendChild(li); // 100 reflow!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86384" y="5274259"/>
            <a:ext cx="477316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897880" y="4480560"/>
            <a:ext cx="566928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44184" y="4572000"/>
            <a:ext cx="541324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HIZLI — 1 reflow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044184" y="4747565"/>
            <a:ext cx="541324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document.createDocumentFragment();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44184" y="4923130"/>
            <a:ext cx="541324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(let i=0; i&lt;100; i++) {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044184" y="5098694"/>
            <a:ext cx="541324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= document.createElement('li');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044184" y="5274259"/>
            <a:ext cx="541324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f.appendChild(li);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044184" y="5449824"/>
            <a:ext cx="541324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044184" y="5625389"/>
            <a:ext cx="541324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ul.appendChild(f); // 1 reflow ✓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AJAX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1272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"Asynchronous JavaScript And XML"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Microsoft, XMLHttpRequest'i Outlook Web Access için geliştirdi
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Google, Gmail ve Maps ile AJAX'ı ana akıma taşıdı
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Jesse James Garrett "AJAX" adını koydu
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fetch API — Promise tabanlı modern standart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AJAX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API — İki Aşamalı Promise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Promise döndürür. Önce Response gelir, sonra body parse edilir. res.ok kontrolü şart!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5394960" cy="2788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852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isteği — async/await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2114093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kullanicilariGetir() {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289658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 = await fetch("https://api.example.com/users");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46522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(!res.ok) throw new Error(res.status);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64078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await res.json();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2816352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2991917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34304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 zinciri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518611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fetch("/api/users")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" y="369417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.then(res =&gt; {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" y="3869741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(!res.ok) throw Error(res.status);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" y="4045306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res.json();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" y="4220870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" y="4396435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.then(veri =&gt; goster(veri))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" y="4572000"/>
            <a:ext cx="513892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.catch(hata =&gt; hataYonet(hata));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1847088"/>
            <a:ext cx="5577840" cy="2788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93852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isteği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72784" y="2114093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kullaniciEkle(kullanici) {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72784" y="2289658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await fetch("/api/users", {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2784" y="246522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"POST",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264078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"Content-Type": "application/json" },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281635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JSON.stringify(kullanici),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2991917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72784" y="3167482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res.json();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72784" y="334304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72784" y="369417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Paralel istekler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72784" y="3869741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[kullanicilar, urunler] =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72784" y="4045306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Promise.all([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4220870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fetch("/api/users").then(r=&gt;r.json()),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72784" y="4396435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fetch("/api/products").then(r=&gt;r.json()),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72784" y="4572000"/>
            <a:ext cx="532180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4773168"/>
            <a:ext cx="11247120" cy="1307592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818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Yönetimi — İki Farklı Hata Tipi: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5120640"/>
            <a:ext cx="1078992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" y="5212080"/>
            <a:ext cx="105338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Ağ hatası (internet yok) → catch'e düşer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86384" y="5387645"/>
            <a:ext cx="105338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 hatası (404, 500) → fetch FIRLATMAZ — res.ok kontrolü şart!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86384" y="5563210"/>
            <a:ext cx="105338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(!res.ok) throw new Error(`HTTP ${res.status}: ${res.statusText}`);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 ·  AJAX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XHR → jQuery.ajax → fetch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GET isteği farklı dönemlerde: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47088"/>
            <a:ext cx="379476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47088"/>
            <a:ext cx="3794760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470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 — XMLHttpRequest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240280"/>
            <a:ext cx="3648456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331720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xhr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XMLHttpRequest();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5216" y="2507285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xhr.open("GET","url",true);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" y="2682850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xhr.onreadystatechange =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5216" y="2858414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(xhr.readyState===4 &amp;&amp; xhr.status===200) {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3033979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JSON.parse(xhr.responseText);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5216" y="3209544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5216" y="3385109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5216" y="3560674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xhr.send();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1847088"/>
            <a:ext cx="379476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847088"/>
            <a:ext cx="379476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8470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— jQuery.ajax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2240280"/>
            <a:ext cx="3648456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2331720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$.ajax({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17136" y="2507285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url:"url",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17136" y="2682850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success: function(data) {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17136" y="2858414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goster(data);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17136" y="3033979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17136" y="3209544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error: function(xhr,s,e) {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17136" y="3385109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hata(e);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17136" y="3560674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17136" y="3736238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1847088"/>
            <a:ext cx="379476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1847088"/>
            <a:ext cx="37947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18470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— fetch (modern)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02752" y="2240280"/>
            <a:ext cx="3648456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49056" y="2331720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49056" y="2507285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.then(res =&gt; {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49056" y="2682850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(!res.ok) throw res;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49056" y="2858414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res.json();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449056" y="3033979"/>
            <a:ext cx="3392424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6089904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11733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Günümüzde fetch yeterli. axios: interceptor, timeout, otomatik JSON parse gibi ek özellikler için.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BÜTÜNLEŞME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+ filter + map + DOM — Hepsi Bir Arada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72768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kullanicilariYukle() {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3504" y="1748333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yukle = document.querySelector("#yukle");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1923898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 = document.querySelector("#liste");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2275027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yukle.addEventListener("click", 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{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450592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626157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yukle.textContent = "Yükleniyor..."; yukle.disabled = true;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2977286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await fetch("https://jsonplaceholder.typicode.com/users");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3152851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(!res.ok) throw new Error(`Hata: ${res.status}`);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328416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await res.json();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679546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 = document.createDocumentFragment();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" y="3855110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" y="4030675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.filter(u =&gt; u.id &lt;= 5)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" y="4206240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.map(({ id, name, email }) =&gt; {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" y="4381805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= document.createElement('li');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" y="4557370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li.dataset.id  = id;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" y="4732934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li.textContent = `${name} — ${email}`;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" y="4908499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" y="5084064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3504" y="5259629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.forEach(li =&gt; fragment.appendChild(li));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" y="5610758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liste.appendChild(fragment); // 1 reflow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3504" y="5786323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(hata) { liste.textContent = `Hata: ${hata.message}`; }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" y="5961888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finally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yukle.textContent = "Yükle"; yukle.disabled = false; }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3504" y="6137453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" y="6313018"/>
            <a:ext cx="10991088" cy="212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4630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011680" y="1828800"/>
            <a:ext cx="9144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Uygulamalı Egzersizler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70432" y="2816352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zinciri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70432" y="306324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dizisinden: indirimli + stokta olan ürünlerin KDV'li fiyatlarını döndür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3419856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70432" y="3383280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ile istatistik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70432" y="3630168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dizisinden toplam tutar, ortalama ve en pahalı siparişi hesapla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70432" y="3950208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+ destructuring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70432" y="4197096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yanıtını destructuring ile parçala, Object.entries ile konsola yazdır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4553712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553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70432" y="4517136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70432" y="4764024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listeye (sonradan eklenen) tıklama olayı ekle, id'yi göster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5120640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70432" y="5084064"/>
            <a:ext cx="10241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DOM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70432" y="533095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jsonplaceholder.typicode.com/posts — ilk 5 postu çek, DocumentFragment ile DOM'a ekle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Ne Öğrendik?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60934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filter / reduce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yerine fonksiyonel dönüşüm. map=dönüştür, filter=süz, reduce=tek değer. Zincirleme güçlüdür.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60934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2896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flatMap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07408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dizileri düzleştir. flatMap = map + flat(1). API yanıtlarında çok sık.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50876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0934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60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05088" y="157276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metodları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194767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keys/values/entries ile nesneyi gez. Spread ile kopyala/birleştir. Rest ile kalanı topla.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270662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Modülleri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5216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dosya kendi scope'u. named/default export. Vite bundle eder, npm yönetir.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270662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+ Event Delegation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07408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+ classList. Üst elemana tek listener, target ile yönet. DocumentFragment = 1 reflow.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2606040"/>
            <a:ext cx="3749040" cy="1024128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706624"/>
            <a:ext cx="365760" cy="365760"/>
          </a:xfrm>
          <a:prstGeom prst="ellipse">
            <a:avLst/>
          </a:prstGeom>
          <a:solidFill>
            <a:srgbClr val="FBB13C"/>
          </a:solidFill>
          <a:ln w="12700">
            <a:solidFill>
              <a:srgbClr val="FBB1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706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05088" y="267004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AJAX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3044952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aşamalı Promise. res.ok kontrolü şart. async/await ile okunabilir. Promise.all paralel.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230368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27608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JSX · Bileşenler · Props · useState · useEffect · Liste render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70585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9 — JavaScript'ten React'a köprü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Programlama  |  Array · Object · Modüller · DOM · AJAX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BB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Sorular &amp; Tartışma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· Object · Modüller · DOM · AJAX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Yapıları, DOM ve AJAX</dc:title>
  <dc:subject>PptxGenJS Presentation</dc:subject>
  <dc:creator>PptxGenJS</dc:creator>
  <cp:lastModifiedBy>PptxGenJS</cp:lastModifiedBy>
  <cp:revision>1</cp:revision>
  <dcterms:created xsi:type="dcterms:W3CDTF">2026-05-10T01:18:32Z</dcterms:created>
  <dcterms:modified xsi:type="dcterms:W3CDTF">2026-05-10T01:18:32Z</dcterms:modified>
</cp:coreProperties>
</file>