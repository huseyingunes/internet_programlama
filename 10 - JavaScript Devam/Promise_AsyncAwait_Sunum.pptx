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23E5C">
              <a:alpha val="80000"/>
            </a:srgbClr>
          </a:solidFill>
          <a:ln w="12700">
            <a:solidFill>
              <a:srgbClr val="0470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200400"/>
            <a:ext cx="3200400" cy="3200400"/>
          </a:xfrm>
          <a:prstGeom prst="ellipse">
            <a:avLst/>
          </a:prstGeom>
          <a:solidFill>
            <a:srgbClr val="047099">
              <a:alpha val="6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ASENKRON JAVASCRIPT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Promise ve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async/await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Senkron görünümlü asenkron kod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280160" cy="36576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16636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Balıkesir Üniversitesi  ·  Bilgisayar Mühendisliği  ·  45 dakika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AKIŞI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Dakikada Ne Öğreneceğiz?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4533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4533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0432" y="1481328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77393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Hell — neden Promise'e geçtik?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0" y="15453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dk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03704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0370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139696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Temelleri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43230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durum · .then() · .catch() · .finally() · zincirleme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0" y="22037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62072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620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2798064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309067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Senkron görünümlü kod · try/catch · paralel vs sıralı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0" y="28620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dk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204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456432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Kombinatörleri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74904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allSettled · race · any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0" y="3520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dk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17880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788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0432" y="4114800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Hatalar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440740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unutmak · forEach + async · 404'te ne olur?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0" y="41788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dk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83717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8371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70432" y="4773168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Kartları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70432" y="506577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uygulama — adım adım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0" y="48371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5+30 dk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HATIRLATMA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Callback Hell — Neden Buradan Kaçıyoruz?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7'de gördüğümüz iç içe callback yapısı: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669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874520"/>
            <a:ext cx="541324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API çağrısı, birbirine bağımlı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504" y="2052828"/>
            <a:ext cx="541324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kullaniciyiGetir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(id, (kullanici, hata)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(hata) {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hataGoster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(hata);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2231136"/>
            <a:ext cx="541324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siparisleriGetir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(kullanici.id, (siparisler, hata)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(hata) {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hataGoster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(hata);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2409444"/>
            <a:ext cx="541324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urunleriGetir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(siparisler[0].id, (urunler, hata)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(hata) {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hataGoster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(hata);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goster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(kullanici, siparisler, urunler);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30352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Sorunlar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Görsel piramidleşme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seviye sağa kayıyor, kod okunmuyor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Hata tekrarı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seviyede aynı if (hata) kontrolü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Akış takibi zor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aşağı değil, içe doğru gidiyor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 edilemez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içe callback'leri mock'lamak karmaşık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05332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(ES6, 2015) → async/await (ES2017)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5029200" cy="5029200"/>
          </a:xfrm>
          <a:prstGeom prst="ellipse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Promise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"Gelecekte bir değer veya hata"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durum: </a:t>
            </a:r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fulfilled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veya </a:t>
            </a:r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Daniel Friedman &amp; David Wise (MIT)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Argus dili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ES6 ile JavaScript'e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  · 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Durum ve Geçişler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03320" cy="2103120"/>
          </a:xfrm>
          <a:prstGeom prst="rect">
            <a:avLst/>
          </a:prstGeom>
          <a:solidFill>
            <a:srgbClr val="FEF3C7"/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devam ediyor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60520" y="21031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703320" cy="2103120"/>
          </a:xfrm>
          <a:prstGeom prst="rect">
            <a:avLst/>
          </a:prstGeom>
          <a:solidFill>
            <a:srgbClr val="DCFCE7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91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fulfilled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6280" y="22860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Yerine getirildi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Başarılı, değer döndü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21031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→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703320" cy="2103120"/>
          </a:xfrm>
          <a:prstGeom prst="rect">
            <a:avLst/>
          </a:prstGeom>
          <a:solidFill>
            <a:srgbClr val="FEE2E2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91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0" y="22860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Reddedildi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oluştu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5876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Tek yönlü geçiş — fulfilled olduktan sonra rejected olamaz (ya da tersi).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70832"/>
            <a:ext cx="11247120" cy="21214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4462272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.then() · .catch() · .finally()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" y="4640580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"/api/users/1"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" y="4818888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.then(yanit =&gt; yanit.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fulfilled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3504" y="4997196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.then(veri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.log(veri)) 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// fulfilled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504" y="5175504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.catch(hata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.error(hata)) 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rejected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3504" y="5353812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.finally(()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her durumda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  · 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Promise Zinciri — .then() Dönen Promise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72768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 .then() bir önceki Promise'in sonucunu alır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Eğer .then() içinde yeni bir Promise döndürürseniz, zincir devam eder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3504" y="1751076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"/api/kullanici/1"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.then(yanit =&gt; yanit.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// Promise → ileri at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.then(kullanici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"/api/siparisler/"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kullanici.id))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.then(yanit =&gt; yanit.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// Promise → ileri at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.then(siparisler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"Adet:"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siparisler.length))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.catch(hata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.error(hata)); 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// herhangi bir hata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Oluşturmak: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112471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5349240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gecikme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((resolve, reject)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(ms &lt;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"Negatif!"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"Tamam"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ms);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5029200" cy="50292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/ await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"Asenkron kod, senkron gibi okunur"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C# 5.0'da async/await popüler oldu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ES2017 ile JavaScript'e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modern JS'in standart asenkron sözdizimi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ASYNC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 Fonksiyon Ne Yapar?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başına async yazınca iki şey olur: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1188720"/>
          </a:xfrm>
          <a:prstGeom prst="rect">
            <a:avLst/>
          </a:prstGeom>
          <a:solidFill>
            <a:srgbClr val="F7F9FC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Fonksiyon her zaman Promise döner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ne döndürürseniz döndürün, otomatik Promise'e sarılır.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577840" cy="1188720"/>
          </a:xfrm>
          <a:prstGeom prst="rect">
            <a:avLst/>
          </a:prstGeom>
          <a:solidFill>
            <a:srgbClr val="F7F9FC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74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İçinde await kullanabilirsiniz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212848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sadece async fonksiyon içinde geçerli. Promise çözülmesini bekler.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112471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3337560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Normal fonksiyon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"Merhaba" — düz string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" y="3515868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async fonksiyon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asyncSelamla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asyncSelamla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Promise { 'Merhaba' } — Promise!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asyncSelamla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().then(s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.log(s));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'Merhaba'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3694176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await ile Promise değerini çekersiniz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yukle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yanit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"/api/users/1"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kullanici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yanit.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kullanici.name;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ASYNC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Hata Yönetimi: try / catch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4864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72768"/>
            <a:ext cx="523036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Promise zinciri ile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"/api/users/1"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.then(yanit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(!yanit.ok)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 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yanit.status);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yanit.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.then(kullanici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goster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(kullanici))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.catch(hata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.error(hata))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.finally(()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481328"/>
            <a:ext cx="55778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72784" y="1572768"/>
            <a:ext cx="532180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async/await ile — normal try/catch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yukle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yanit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"/api/users/1"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(!yanit.ok)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 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yanit.status);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kullanici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yanit.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goster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(kullanici);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(hata)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.error(hata);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5760720"/>
            <a:ext cx="112471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07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5806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tanıdık. Senkron kod gibi düşünebilirsiniz. Hata yakalama tek bir blokta toplanır.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ASYNC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Sıralı vs Paralel — Kritik Performans Farkı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YAVAŞ — Sıralı await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949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920240"/>
            <a:ext cx="513892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yukle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"/api/a"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"/api/b"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"/api/c"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a, b, c };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2098548"/>
            <a:ext cx="513892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bittikten sonra b başlar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 bittikten sonra c başlar</a:t>
            </a:r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Toplam: 100 + 100 + 100 = 300ms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57784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6304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HIZLI — Paralel (Promise.all)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57784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1920240"/>
            <a:ext cx="532180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yukle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[a, b, c]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"/api/a"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"/api/b"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"/api/c"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a, b, c };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72784" y="2098548"/>
            <a:ext cx="532180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Üçü aynı anda başlar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Toplam: max(100, 100, 100) = 100ms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solidFill>
            <a:srgbClr val="F7F9FC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3492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6875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Birbirine bağımlı: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await (b, a'nın sonucunu kullanıyor)
</a:t>
            </a:r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— performans 3-5 kat artar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 ·  KOMBİNATÖRLER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Promise.all · allSettled · race · any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788920" cy="4983480"/>
          </a:xfrm>
          <a:prstGeom prst="rect">
            <a:avLst/>
          </a:prstGeom>
          <a:solidFill>
            <a:srgbClr val="F7F9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2788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 başarılı olmalı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 hata → tümü reject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520440"/>
            <a:ext cx="25146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118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Promise.all([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p1, p2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5303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Zorunlu istekler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4992" y="1508760"/>
            <a:ext cx="2788920" cy="4983480"/>
          </a:xfrm>
          <a:prstGeom prst="rect">
            <a:avLst/>
          </a:prstGeom>
          <a:solidFill>
            <a:srgbClr val="F7F9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508760"/>
            <a:ext cx="2788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5087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Promise.allSettled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02152" y="20116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Hepsini bekle, asla reject olmaz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02152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olsa bile devam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02152" y="3520440"/>
            <a:ext cx="25146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36118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Promise.allSettled([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p1, p2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2152" y="5303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Opsiyonel istekler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1508760"/>
            <a:ext cx="2788920" cy="4983480"/>
          </a:xfrm>
          <a:prstGeom prst="rect">
            <a:avLst/>
          </a:prstGeom>
          <a:solidFill>
            <a:srgbClr val="F7F9FC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1508760"/>
            <a:ext cx="2788920" cy="384048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15087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Promise.race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9944" y="20116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biten ne ise (hata da)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9944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tamamlanan kazanır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9944" y="3520440"/>
            <a:ext cx="25146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1384" y="36118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Promise.race([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p1, p2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9944" y="5303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Timeout deseni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80576" y="1508760"/>
            <a:ext cx="2788920" cy="4983480"/>
          </a:xfrm>
          <a:prstGeom prst="rect">
            <a:avLst/>
          </a:prstGeom>
          <a:solidFill>
            <a:srgbClr val="F7F9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80576" y="1508760"/>
            <a:ext cx="2788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72016" y="15087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Promise.any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17736" y="20116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başarılı olan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17736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Tümü hata → AggregateError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17736" y="3520440"/>
            <a:ext cx="25146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09176" y="36118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Promise.any([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p1, p2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17736" y="5303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Yedek kaynaklar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 ·  KOMBİNATÖRLER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Örnekler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48640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72768"/>
            <a:ext cx="523036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Promise.all — sepetin tüm parçaları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[k, s, u]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Promise.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"/api/kullanici"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).then(r=&gt;r.json()),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"/api/siparis"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).then(r=&gt;r.json()),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"/api/urunler"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).then(r=&gt;r.json()),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3504" y="1751076"/>
            <a:ext cx="523036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Promise.race — 5sn timeout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(p, ms)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Promise.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race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Promise((_,r) =&gt;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Error(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"timeout"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 ms))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481328"/>
            <a:ext cx="557784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72784" y="1572768"/>
            <a:ext cx="532180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Promise.allSettled — biri çökse devam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sonuclar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Promise.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allSettled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endpointler.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72784" y="1751076"/>
            <a:ext cx="532180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sonuclar.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((s, i) =&gt;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(s.status ===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"fulfilled"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.log(i,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"OK:"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s.value);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.warn(i,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"hata:"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s.reason);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72784" y="1929384"/>
            <a:ext cx="532180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Promise.any — birden fazla CDN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veri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Promise.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"https://cdn1.../f"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"https://cdn2.../f"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"https://cdn3.../f"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]).then(r =&gt; r.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İlk başarılı kullanılır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 ·  SIK HATALAR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Yaygın 3 Tuzak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await Unutmak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92224"/>
            <a:ext cx="112471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883664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HATALI — kullanici hâlâ Promise!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kullanici =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"/api/u/1"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).then(r =&gt; r.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.log(kullanici.ad); </a:t>
            </a:r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undefined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DOĞRU: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kullanici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"/api/u/1"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).then(r =&gt; r.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forEach + async = Yarış Durumu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21024"/>
            <a:ext cx="112471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3712464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HATALI — forEach async'i beklemez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idler.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=&gt; {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 });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"bitti"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hemen yazılır, fetch'ler devam ediyor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DOĞRU — paralel: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Promise.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(idler.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=&gt;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(...)));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DOĞRU — sıralı: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idler)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fetch 404'te Reject Etmez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5449824"/>
            <a:ext cx="1124712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5541264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fetch sadece ağ hatalarında reject eder, 404'te eder!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yanit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(url);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(!yanit.ok)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 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yanit.status);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 ZAMAN bu kontrol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5029200" cy="5029200"/>
          </a:xfrm>
          <a:prstGeom prst="ellips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UYGULAMA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Pokemon Kartları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PokéAPI ile paralel veri çekme uygulaması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515600" cy="2468880"/>
          </a:xfrm>
          <a:prstGeom prst="rect">
            <a:avLst/>
          </a:prstGeom>
          <a:solidFill>
            <a:srgbClr val="0F1B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öğreneceğiz?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0584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ile fetch — yanit.ok kontrolü ve hata yönetimi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ile paralel istekler — performans farkını canlı görmek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Promise.allSettled ile hataya tolerans — geçerli olanları göstermek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manipülasyonu — dinamik kart oluşturma, innerHTML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inşa — her adımda yeni bir kavram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HTML dosyası · backend yok · 30-40 dakika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KARTLARI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Adımda İnşa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868680"/>
          </a:xfrm>
          <a:prstGeom prst="rect">
            <a:avLst/>
          </a:prstGeom>
          <a:solidFill>
            <a:srgbClr val="F7F9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27632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5819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İskeleti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9019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buton + boş kartlar alanı + CSS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33272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dk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1247120" cy="868680"/>
          </a:xfrm>
          <a:prstGeom prst="rect">
            <a:avLst/>
          </a:prstGeom>
          <a:solidFill>
            <a:srgbClr val="F7F9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87752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87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Pokemon Çekme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8620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fonksiyon · fetch · yanit.ok · hata fırlatma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33272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dk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11247120" cy="868680"/>
          </a:xfrm>
          <a:prstGeom prst="rect">
            <a:avLst/>
          </a:prstGeom>
          <a:solidFill>
            <a:srgbClr val="F7F9FC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47872"/>
            <a:ext cx="548640" cy="54864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5021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Oluşturma + Sıralı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8221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elementi oluştur · for...of ile sırayla yükle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33272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dk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11247120" cy="868680"/>
          </a:xfrm>
          <a:prstGeom prst="rect">
            <a:avLst/>
          </a:prstGeom>
          <a:solidFill>
            <a:srgbClr val="F7F9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07992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07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4462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Yükleme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7823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+ map → 5x hızlanma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332720" y="4617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dk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03520"/>
            <a:ext cx="11247120" cy="868680"/>
          </a:xfrm>
          <a:prstGeom prst="rect">
            <a:avLst/>
          </a:prstGeom>
          <a:solidFill>
            <a:srgbClr val="F7F9FC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468112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468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54223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Hataya Toleranslı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71600" y="57424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Promise.allSettled · fulfilled/rejected ayırma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332720" y="5577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dk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KARTLARI  ·  HAZIRLIK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PokéAPI — Tek İstek Şeması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Pokemon için endpoint: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874520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https://pokeapi.co/api/v2/pokemon/pikachu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 (özet):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971800"/>
            <a:ext cx="10991088" cy="214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"pikachu"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"sprites"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"other"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"official-artwork"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"front_default"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"https://.../25.png"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"types"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"electric"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"stats"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"base_stat"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"hp"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},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"base_stat"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"attack"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Derste Ne Öğrendik?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60934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60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157276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" y="194767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durum (pending/fulfilled/rejected) · .then/.catch/.finally · zincirleme.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9392" y="150876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609344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60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82896" y="157276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07408" y="194767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fonksiyon = Promise döner · await çözer · try/catch ile hata.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584" y="150876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09344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60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05088" y="157276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vs Sıralı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194767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→ Promise.all (hızlı) · Bağımlı → sıralı await (zorunlu).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270662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2706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267004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Kombinatörler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5216" y="304495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(hepsi), allSettled (toleranslı), race (ilk), any (ilk başarı).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260604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2706624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2706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82896" y="267004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Hatalar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07408" y="304495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unutmak · forEach + async · fetch 404 reject etmez (ok kontrolü).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01584" y="260604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706624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706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05088" y="267004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Uygulaması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0" y="304495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PokéAPI ile fetch + Promise.all + allSettled + DOM — adım adım.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230368"/>
            <a:ext cx="11247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27608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bileşenler · JSX · useState · useEffect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570585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uygulamasını ev ödevi olarak geliştirin: arama geçmişi, favoriler, karşılaştırma.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Promise ve async/await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5029200" cy="50292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Sorular &amp; Kodlama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 ·  async/await  ·  Promise.all  ·  Pokemon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Promise ve async/await</dc:title>
  <dc:subject>PptxGenJS Presentation</dc:subject>
  <dc:creator>PptxGenJS</dc:creator>
  <cp:lastModifiedBy>PptxGenJS</cp:lastModifiedBy>
  <cp:revision>1</cp:revision>
  <dcterms:created xsi:type="dcterms:W3CDTF">2026-05-11T07:27:14Z</dcterms:created>
  <dcterms:modified xsi:type="dcterms:W3CDTF">2026-05-11T07:27:14Z</dcterms:modified>
</cp:coreProperties>
</file>