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23E5C">
              <a:alpha val="80000"/>
            </a:srgbClr>
          </a:solidFill>
          <a:ln w="12700">
            <a:solidFill>
              <a:srgbClr val="0470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200400"/>
            <a:ext cx="3200400" cy="3200400"/>
          </a:xfrm>
          <a:prstGeom prst="ellipse">
            <a:avLst/>
          </a:prstGeom>
          <a:solidFill>
            <a:srgbClr val="047099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JavaScript'in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Kendine Özgü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Yapıları II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 ·  Closure  ·  Arrow Function  ·  Callback  ·  Event Loop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376672"/>
            <a:ext cx="1280160" cy="36576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46811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Balıkesir Üniversitesi  ·  Bilgisayar Mühendisliği  ·  135 dakika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AKIŞI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 Ne Öğreneceğiz?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154533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54533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481328"/>
            <a:ext cx="8869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— 4 Bağlam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73936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Method · Constructor · Event Handler + call/apply/bind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0" y="15453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dk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224028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402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176272"/>
            <a:ext cx="8869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— Belleğin Gizemi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scope · Private değişken · Fonksiyon fabrikası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0" y="2240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 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2935224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3522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871216"/>
            <a:ext cx="8869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 vs function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Sözdizimi farkı + this bağlamı — neden sadece kısaltma değil?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0" y="293522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dk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363016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6301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566160"/>
            <a:ext cx="8869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Deseni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858768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yaygın? Senkron vs asenkron · DOM olayları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0" y="36301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dk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4325112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3251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4261104"/>
            <a:ext cx="8869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Modeli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55371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· Web APIs · Task Queue · Microtask Queue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0" y="43251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dk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502005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502005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956048"/>
            <a:ext cx="8869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Hell → Promise → async/await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5248656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ve evrim — modern asenkron kod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0" y="50200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dk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5029200" cy="5029200"/>
          </a:xfrm>
          <a:prstGeom prst="ellipse">
            <a:avLst/>
          </a:prstGeom>
          <a:solidFill>
            <a:srgbClr val="023E5C">
              <a:alpha val="70000"/>
            </a:srgbClr>
          </a:solidFill>
          <a:ln w="12700">
            <a:solidFill>
              <a:srgbClr val="047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"Bağlama Göre Değişen Kimlik"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Java: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zaman tanımlandığı nesneyi gösterir.
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fonksiyonun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çağrıldığına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göre belirlenir — tanımlandığı yere göre değil.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Fonksiyonun solundaki noktaya bak.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Bağlam — this Nereye İşaret Eder?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2816352" cy="509320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44752"/>
            <a:ext cx="2816352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Global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874520"/>
            <a:ext cx="2679192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965960"/>
            <a:ext cx="2423160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Tarayıcıda (non-strict)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Window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Strict mode / Node.js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 / module.exports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444752"/>
            <a:ext cx="2816352" cy="509320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444752"/>
            <a:ext cx="2816352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447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Method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19272" y="1874520"/>
            <a:ext cx="2679192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965960"/>
            <a:ext cx="2423160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obj =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ad: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"Ali" ✓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444752"/>
            <a:ext cx="2816352" cy="509320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444752"/>
            <a:ext cx="2816352" cy="3657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447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Constructor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1874520"/>
            <a:ext cx="2679192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965960"/>
            <a:ext cx="2423160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Araba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(marka)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.marka = marka;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Araba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"BMW"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.log(a.marka);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"BMW" ✓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new: boş nesne yarat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→ o nesne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444752"/>
            <a:ext cx="2816352" cy="509320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1444752"/>
            <a:ext cx="2816352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4447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Event Handler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79992" y="1874520"/>
            <a:ext cx="2679192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6296" y="1965960"/>
            <a:ext cx="2423160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btn elementi ✓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fn kullanılırsa: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dış scope'un this'i!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Kayması — En Yaygın Tuzak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method başka bir bağlamda çağrıldığında this kayar. Özellikle callback olarak geçildiğinde: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539496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4708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SORUN — this kayıyor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539496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304288"/>
            <a:ext cx="513892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sayac =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deger: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.deger++;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this = Window, sayac değil!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847088"/>
            <a:ext cx="5577840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4708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ÇÖZÜM YOLU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212848"/>
            <a:ext cx="557784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2304288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Arrow function (önerilen)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.deger++;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lexical 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bind()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.deger++;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const self = this (eski)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self.deger++;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5193792"/>
            <a:ext cx="112471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239512"/>
            <a:ext cx="10972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(ctx, a, b)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Hemen çalışır, argümanlar tek tek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(ctx, [a,b])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Hemen çalışır, argümanlar dizi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(ctx)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Yeni fonksiyon döner (çalışmaz), this kalıcı olarak sabitlenir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474720"/>
            <a:ext cx="3200400" cy="3200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9144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Closure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"Fonksiyon doğduğu yeri asla unutmaz"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1968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Peter Landin, SECD makinesinde closure'ı ilk kez formüle etti
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1975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Scheme dili closure'ı ana akıma taşıdı (Sussman &amp; Steele)
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Brendan Eich, JavaScript'e Scheme'in closure modelini dahil etti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CLOSURE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Lexical Scope ve Closure Mekanizması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Closure: bir fonksiyonun, tanımlandığı scope'taki değişkenlere — o scope sona erse bile — erişebilmesidir.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864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65960"/>
            <a:ext cx="523036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disKapsam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sayac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 değişken dış scope'ta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icFonksiyon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sayac++;  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dış değişkene erişim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sayac;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icFonksiyon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Fonksiyonu döndür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artir =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disKapsam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disKapsam() bitti! sayac yok mu?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sayac hâlâ yaşıyor — closure!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48640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659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Oluyor?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423160"/>
            <a:ext cx="5212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disKapsam() çağrıldı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sayac=0 oluştu, icFonksiyon tanımlandı ve döndürüldü.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disKapsam() tamamlandı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Normalde sayac garbage collect edilirdi...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Ama icFonksiyon sayac'a referans tutuyor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motoru sayac'ı bellekte yaşatır. Her artir() çağrısında aynı sayac'a erişilir.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 mekanizmaya CLOSURE denir.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CLOSURE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Değişken ve Fonksiyon Fabrikası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Değişken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539496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8528"/>
            <a:ext cx="513892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sayacOlustur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(baslangic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_deger = baslangic;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dışarıdan erişilemez!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() =&gt; ++_deger,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azalt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() =&gt; --_deger,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sifirla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() =&gt; { _deger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() =&gt; _deger,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=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sayacOlustur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s.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11, 12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s._deger;  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 — gizli 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Fabrikası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847088"/>
            <a:ext cx="557784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2784" y="1938528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 çağrıda farklı closure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katsayiUret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(x) =&gt; x * n;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 bu closure'a aittir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ikiyle =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katsayiUret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ucle   =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katsayiUret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onla  =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katsayiUret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ikiyle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15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 hooks da bu pattern'i kullanır!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5193792"/>
            <a:ext cx="11247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35838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5230368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Closure'ın özü: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fonksiyon çağrısı kendi scope ortamını oluşturur. İç fonksiyon o ortamı yakalar. React'taki useState, useCallback, useEffect — hepsi closure üzerine kuruludur.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ARROW FUNCTION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Arrow Function — Sadece Kısaltma Değil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davranışı temelden farklıdır. Sözdizimi kısalığı sadece yan fayda.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562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Sözdizimi: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53949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304288"/>
            <a:ext cx="513892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Geleneksel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{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— implicit 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(a, b) =&gt; a + b;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Tek parametre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karesi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=&gt; x * x;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Nesne döndürmek için parantez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nesne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=&gt; ({ deger: x });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0" y="1856232"/>
            <a:ext cx="5577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FARKI (kritik!):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212848"/>
            <a:ext cx="55778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72784" y="2304288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obj =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ad: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.ad; },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this = obj → 'Ali' ✓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() =&gt; {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.ad;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this = dış scope (global/undefined)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"Ali" ✓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 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36168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Hangisi?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681728"/>
            <a:ext cx="29260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468172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4681728"/>
            <a:ext cx="1371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4681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4681728"/>
            <a:ext cx="1371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4681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4681728"/>
            <a:ext cx="53949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468172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01768"/>
            <a:ext cx="29260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50017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method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5001768"/>
            <a:ext cx="137160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50017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5001768"/>
            <a:ext cx="137160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50017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5001768"/>
            <a:ext cx="539496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500176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= nesne olmalı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5321808"/>
            <a:ext cx="292608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532180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(new)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5321808"/>
            <a:ext cx="137160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532180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5321808"/>
            <a:ext cx="137160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532180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5321808"/>
            <a:ext cx="539496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532180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new ile kullanılamaz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5641848"/>
            <a:ext cx="29260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56418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/ setTimeout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383280" y="5641848"/>
            <a:ext cx="137160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56432" y="56418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54880" y="5641848"/>
            <a:ext cx="137160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56418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26480" y="5641848"/>
            <a:ext cx="539496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564184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this'i korur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" y="5961888"/>
            <a:ext cx="292608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59618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Array.map / filter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383280" y="5961888"/>
            <a:ext cx="137160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56432" y="59618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54880" y="5961888"/>
            <a:ext cx="137160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59618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26480" y="5961888"/>
            <a:ext cx="539496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9632" y="596188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Kısa, this genelde gerekmez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7200" y="6281928"/>
            <a:ext cx="29260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628192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metodu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383280" y="6281928"/>
            <a:ext cx="137160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56432" y="6281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754880" y="6281928"/>
            <a:ext cx="137160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6281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126480" y="6281928"/>
            <a:ext cx="539496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9632" y="628192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ve this için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CALLBACK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Callback Deseni — Neden Bu Kadar Yaygın?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Callback: sonraya bırakılan, belirli bir olay gerçekleştiğinde çağrılmak üzere başka fonksiyona geçirilen fonksiyon.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539496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8528"/>
            <a:ext cx="513892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Temel örnek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(veri,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sonuc = veri *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(sonuc);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(s)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.log(s));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DOM olayları: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"tıklandı"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metodları: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=&gt; x * x);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4, 9]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847088"/>
            <a:ext cx="5577840" cy="3017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38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Yaygın?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395728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tek thread'dir.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isteği, dosya okuma, zamanlayıcı, kullanıcı tıklaması — bunların tamamı zaman alır. Eğer JS bu işlemleri senkron beklese, tarayıcı (veya Node.js) tamamen donardı.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"işi başlat, bitince şunu çağır"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callback'in temel motivasyonudur. setTimeout · fetch · fs.readFile · addEventListener — hepsi bu prensibi uygular.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11247120" cy="105156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193792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507492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Tarihsel not: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deseni JavaScript'ten önce de vardı (lisp, Scheme). Ancak event-driven web programlamasının yaygınlaşmasıyla birlikte JS bu kalıbı ana akıma taşıdı. Node.js (2009) ile sunucu tarafında da standard haline geldi.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 ·  EVENT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Loop — Tek Thread'de Asenkronluk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017520" cy="45720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5120640"/>
            <a:ext cx="274320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120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fetchData()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343400"/>
            <a:ext cx="27432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3434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parseJSON()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27432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661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handleResp()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27432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889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31920" y="1371600"/>
            <a:ext cx="3200400" cy="45720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371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9080" y="1874520"/>
            <a:ext cx="2926080" cy="713232"/>
          </a:xfrm>
          <a:prstGeom prst="rect">
            <a:avLst/>
          </a:prstGeom>
          <a:solidFill>
            <a:srgbClr val="0F3D2E"/>
          </a:solidFill>
          <a:ln w="12700">
            <a:solidFill>
              <a:srgbClr val="1A5C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8745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setTimeout(fn,1000)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2788920"/>
            <a:ext cx="2926080" cy="713232"/>
          </a:xfrm>
          <a:prstGeom prst="rect">
            <a:avLst/>
          </a:prstGeom>
          <a:solidFill>
            <a:srgbClr val="0F3D2E"/>
          </a:solidFill>
          <a:ln w="12700">
            <a:solidFill>
              <a:srgbClr val="1A5C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7889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fetch(url)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69080" y="3703320"/>
            <a:ext cx="2926080" cy="713232"/>
          </a:xfrm>
          <a:prstGeom prst="rect">
            <a:avLst/>
          </a:prstGeom>
          <a:solidFill>
            <a:srgbClr val="0F3D2E"/>
          </a:solidFill>
          <a:ln w="12700">
            <a:solidFill>
              <a:srgbClr val="1A5C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37033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69080" y="4617720"/>
            <a:ext cx="2926080" cy="713232"/>
          </a:xfrm>
          <a:prstGeom prst="rect">
            <a:avLst/>
          </a:prstGeom>
          <a:solidFill>
            <a:srgbClr val="0F3D2E"/>
          </a:solidFill>
          <a:ln w="12700">
            <a:solidFill>
              <a:srgbClr val="1A5C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46177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setInterval(fn,n)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1371600"/>
            <a:ext cx="4114800" cy="1920240"/>
          </a:xfrm>
          <a:prstGeom prst="rect">
            <a:avLst/>
          </a:prstGeom>
          <a:solidFill>
            <a:srgbClr val="0F172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1371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QUEUE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1783080"/>
            <a:ext cx="4114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Promise.then()  queueMicrotask()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0" y="3474720"/>
            <a:ext cx="4114800" cy="1920240"/>
          </a:xfrm>
          <a:prstGeom prst="rect">
            <a:avLst/>
          </a:prstGeom>
          <a:solidFill>
            <a:srgbClr val="0F172A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474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(Macro)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3886200"/>
            <a:ext cx="4114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  setInterval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callbacks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3291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78040" y="2103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4FC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78040" y="4206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13C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429000" y="5303520"/>
            <a:ext cx="42062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53218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EVENT LOOP  — Stack boşsa: önce Microtask, sonra Task Queue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5559552"/>
            <a:ext cx="4114800" cy="50292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5577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Microtask'lar Task Queue'dan ÖNCE işlenir — her zaman.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 ·  EVENT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Hangi Sırayla Çalışır? — Tahmin Edin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kodu çalıştırmadan önce çıktı sırasını tahmin edin: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69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20240"/>
            <a:ext cx="541324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 — setTimeout 0ms"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 — Promise.then"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queueMicrotask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 — queueMicrotask"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Çıktı sırası: 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Cevap ve Açıklama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2432304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432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22592" y="23957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3957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— Call Stack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0" y="3118104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118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22592" y="3081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35440" y="30815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— Call Stack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3803904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803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22592" y="37673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 — Promise.then"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35440" y="37673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4489704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489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22592" y="44531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 — queueMicrotask"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0" y="44531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5175504"/>
            <a:ext cx="329184" cy="329184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5175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22592" y="51389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 — setTimeout 0ms"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5440" y="5138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(macro) — en son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5715000"/>
            <a:ext cx="53035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57241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0ms ≠ 'hemen' — Task Queue'ya girer, microtask'lardan sonra çalışır.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06  ·  EVRİM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Callback Hell → Promise → async/await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539496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447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Callback Hell — "Ölüm Piramidi"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5394960" cy="2971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901952"/>
            <a:ext cx="513892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(url1, (s1, e1)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(e1) {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hataYonet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(e1);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(url2, (s2, e2)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(e2) {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hataYonet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(e2);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(url3, (s3, e3)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(e3) {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hataYonet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(e3);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goster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(s1, s2, s3);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 hata kolu tekrar, giderek daha içe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444752"/>
            <a:ext cx="5577840" cy="3200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4447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Promise + async/await ile Temiz Kod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10512"/>
            <a:ext cx="5577840" cy="2971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01952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 zinciri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(url1)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(s1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(url2)),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(s2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(url3)),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goster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hataYonet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async/await — en okunabilir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yukle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s1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(url1);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s2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(url2);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goster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(s1, s2);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(e) {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hataYonet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(e);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919472"/>
            <a:ext cx="11247120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956048"/>
            <a:ext cx="10972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sözdizimi Promise üzerine inşa edilmiştir. Arka planda hâlâ Microtask Queue kullanır. Fark: senkron kod gibi görünmesi. Hata yönetimi tek bir try/catch bloğuna sığar.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arka planda bloklama yapmaz — Event Loop çalışmaya devam eder.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53312"/>
            <a:ext cx="1051560" cy="10515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4630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011680" y="1828800"/>
            <a:ext cx="9144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Uygulamalı Egzersizler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2852928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70432" y="2816352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tuzağını bul ve düzelt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70432" y="306324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Verilen nesne metodundaki this kaydını tespit et, arrow ile çöz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3419856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70432" y="3383280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sayacı yaz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70432" y="3630168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artir() / azalt() / sifirla() / deger() metodlarına sahip sayacOlustur() fonksiyonu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70432" y="3950208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fabrikası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70432" y="4197096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katsayiUret(n) — n kuvvetini hesaplayan fonksiyon döndürsün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4553712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4553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70432" y="4517136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sırası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70432" y="4764024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Verilen kodu çalıştırmadan A-B-C-D-E çıktı sırasını tahmin et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" y="5120640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70432" y="5084064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→ Promise dönüşümü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70432" y="533095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tabanlı asenkron kodu Promise.resolve/then ile yeniden yaz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 Ne Öğrendik?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60934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157276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— 4 Bağlam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" y="194767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Global=Window, Method=nesne, Constructor=new obj, Event=element. Kayma için arrow veya bind.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9392" y="150876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60934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82896" y="157276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07408" y="194767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dış scope'unu yakalar. Private değişken, fabrika deseni. React hooks'un temeli.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584" y="150876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0934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05088" y="157276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vs function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194767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Arrow: lexical this, new kullanılamaz, arguments objesi yok. Method=function, callback=arrow.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270662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267004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5216" y="304495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Sonraya bırakılan fonksiyon. JS tek thread olduğundan async işlemlerin temel mekanizması.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260604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270662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82896" y="267004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07408" y="304495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→ Microtask Queue (Promise) → Task Queue (setTimeout). Microtask daima önce.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1584" y="260604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70662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05088" y="267004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Hell → async/await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304495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 callback okunmaz. Promise zinciri, async/await en modern ve okunabilir çözüm.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230368"/>
            <a:ext cx="11247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27608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+ DOM — Array metodları (map/filter/reduce) · Nesne manipülasyonu · DOM erişim ve manipülasyon · Event delegation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570585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2 başlıyor — 8. ve 9. haftalar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 II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Sorular &amp; Tartışma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 ·  Closure  ·  Arrow Function  ·  Callback  ·  Event Loop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JS'in Kendine Özgü Yapıları II</dc:title>
  <dc:subject>PptxGenJS Presentation</dc:subject>
  <dc:creator>PptxGenJS</dc:creator>
  <cp:lastModifiedBy>PptxGenJS</cp:lastModifiedBy>
  <cp:revision>1</cp:revision>
  <dcterms:created xsi:type="dcterms:W3CDTF">2026-05-02T03:35:11Z</dcterms:created>
  <dcterms:modified xsi:type="dcterms:W3CDTF">2026-05-02T03:35:11Z</dcterms:modified>
</cp:coreProperties>
</file>