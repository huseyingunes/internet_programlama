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JavaScript'in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Kendine Özgü Yapıları I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/ let / const  ·  Hoisting  ·  Tip Coercion  ·  Truthy/Falsy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5029200"/>
            <a:ext cx="1371600" cy="45720"/>
          </a:xfrm>
          <a:prstGeom prst="rect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16636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Balıkesir Üniversitesi  ·  Bilgisayar Mühendisliği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·  CENG 3xx  ·  135 dakika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AKIŞI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Bugün Ne Öğreneceğiz?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36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463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/ let / const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76479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anahtar kelimenin farkı ve neden önemli?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332720" y="1554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~20 dk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249424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494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21762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Hoisting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247802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motoru kodu çalıştırmadan önce ne yapar?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332720" y="22677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~20 dk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962656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9626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288950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Coercion — Derinlemesine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319125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typeof, NaN, == vs ===, sessiz dönüşümlerin tuzakları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332720" y="298094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~30 dk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675888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675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34440" y="360273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Truthy / Falsy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390448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JS'te "doğruluk" nedir?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332720" y="369417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~20 dk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3891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34440" y="43159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 Devre Operatörleri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34440" y="46177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&amp;&amp; / || / ?? — sadece boolean değil, değer döndürür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332720" y="44074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~20 dk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102352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5102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34440" y="5029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Uygulamalı Lab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234440" y="5330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Konsol + HTML'de tüm kavramları pratiğe dökme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332720" y="51206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~25 dk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JS'in Kendine Özgü Yapıları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01  ·  DEĞİŞKENLER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Üç Anahtar Kelime, Üç Farklı Kural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JavaScript'te değişken tanımlamanın üç yolu var. Bunlar birbirinin alternatifi değil — her birinin farklı davranışı, farklı kullanım alanı var.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749040" cy="420624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1680"/>
            <a:ext cx="374904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488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27249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ES1 (1995)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Kapsam: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57400" y="3154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Fonksiyon kapsamı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5387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Hoisting: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57400" y="35387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Evet (undefined ile)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92277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Yeniden tanım: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57400" y="392277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30682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Yeniden atama: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57400" y="430682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5715000"/>
            <a:ext cx="338328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7150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Artık kullanmayın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43400" y="2011680"/>
            <a:ext cx="3749040" cy="420624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43400" y="2011680"/>
            <a:ext cx="374904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21488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4526280" y="27249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ES6 (2015)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26280" y="3154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Kapsam: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0" y="3154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 kapsamı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26280" y="35387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Hoisting: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0" y="35387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Evet (TDZ)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26280" y="392277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Yeniden tanım: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0" y="392277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Hayır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26280" y="430682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Yeniden atama: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0" y="430682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26280" y="5715000"/>
            <a:ext cx="338328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26280" y="57150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Değişken değer için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229600" y="2011680"/>
            <a:ext cx="3749040" cy="420624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0" y="2011680"/>
            <a:ext cx="374904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12480" y="21488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8412480" y="27249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ES6 (2015)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412480" y="3154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Kapsam: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829800" y="3154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 kapsamı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412480" y="35387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Hoisting: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829800" y="35387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Evet (TDZ)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412480" y="392277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Yeniden tanım: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829800" y="392277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Hayır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412480" y="430682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Yeniden atama: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829800" y="430682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Hayır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412480" y="5715000"/>
            <a:ext cx="338328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12480" y="57150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Varsayılan seçim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JS'in Kendine Özgü Yapıları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01  ·  DEĞİŞKENLER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 vs let — Kapsam Farkı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 — Fonksiyon Kapsamı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5486400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84832"/>
            <a:ext cx="51206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if bloğundan dışarı sızar!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 =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.log(x);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10 — hata değil!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for döngüsünde de sorun: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=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 &lt;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i++) {}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.log(i);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 — döngü dışında!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48640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4630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 — Blok Kapsamı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5486400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084832"/>
            <a:ext cx="51206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Blok dışında erişilemez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 =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.log(x);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ReferenceError: x is not defined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for döngüsü temiz: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=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 &lt;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i++) {}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.log(i);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ReferenceError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5029200"/>
            <a:ext cx="1124712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212080"/>
            <a:ext cx="411480" cy="4114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88720" y="5074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kullanmayın.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ile başlayın; eğer değer hiç değişmeyecekse const tercih edin. Modern JS'te var gören bir geliştirici bunu eski/kötü kod olarak işaretler.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JS'in Kendine Özgü Yapıları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01  ·  DEĞİŞKENLER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 — Sabit mi, Değişmez mi?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const, değişkenin kendisini sabitler — içeriğini değil. Bu kritik bir ayrım.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39496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39112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✓ const ile primitive — tamamen sabit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PI =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3.14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 =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TypeError: Assignment to constant variable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✓ const ile nesne — referans sabit, içerik değil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user = { name: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"Ali"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age: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};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user.age =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✓ çalışır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= {};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TypeError — referansı değiştiremezsin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874520"/>
            <a:ext cx="5577840" cy="1051560"/>
          </a:xfrm>
          <a:prstGeom prst="rect">
            <a:avLst/>
          </a:prstGeom>
          <a:solidFill>
            <a:srgbClr val="F7F9FC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9659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zaman const?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228600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 ömrü boyunca yeniden atanmayacaksa. Konfigürasyon, DOM referansları, sabitler, fonksiyonlar.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3108960"/>
            <a:ext cx="5577840" cy="1051560"/>
          </a:xfrm>
          <a:prstGeom prst="rect">
            <a:avLst/>
          </a:prstGeom>
          <a:solidFill>
            <a:srgbClr val="F7F9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32004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zaman let?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352044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Sayaç, döngü değişkeni, koşullu olarak değişen değerler gibi yeniden atama gereken durumlar.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4343400"/>
            <a:ext cx="557784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438912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Altın kural: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 const yaz. Yeniden atama gerektiğinde let'e geç. var'ı hiç kullanma.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JS'in Kendine Özgü Yapıları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02  ·  HOİSTİNG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Hoisting: Motor Kodu Önceden Tarar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motoru, kodu çalıştırmadan önce tüm var ve fonksiyon tanımlamalarını bulur ve "yukarıya taşır". Buna hoisting (yukarı kaldırma) denir.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394960" cy="3474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1168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Yazdığımız kod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59152"/>
            <a:ext cx="5394960" cy="2468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23744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.log(x);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???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 =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.log(x);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???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selamla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???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selamla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"Merhaba"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2011680"/>
            <a:ext cx="557784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01168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Motorun gördüğü (hoisted)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2359152"/>
            <a:ext cx="5577840" cy="2468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523744"/>
            <a:ext cx="52120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Fonksiyonlar tamamen yukarı taşınır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selamla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"Merhaba"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var tanımı yukarı, ama değer değil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x;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undefined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.log(x);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undefined (hata değil!)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.log(x);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5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selamla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"Merhaba" ✓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983480"/>
            <a:ext cx="11247120" cy="1005840"/>
          </a:xfrm>
          <a:prstGeom prst="rect">
            <a:avLst/>
          </a:prstGeom>
          <a:solidFill>
            <a:srgbClr val="F7F9FC"/>
          </a:solidFill>
          <a:ln w="25400">
            <a:solidFill>
              <a:srgbClr val="FBB1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029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Tanım yukarı taşınır, değer taşınmaz →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undefined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döner
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 tanım hem gövde yukarı taşınır → tanımdan önce çağrılabilir
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/ const: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Hoisting var ama TDZ (Temporal Dead Zone) aktif → tanımdan önce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ReferenceError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JS'in Kendine Özgü Yapıları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02  ·  HOİSTİNG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Temporal Dead Zone (TDZ)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ve const hoisted olur — ama başlangıç değeri atanmaz. Tanımdan önceki o bölgeye TDZ denir.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640080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84832"/>
            <a:ext cx="6035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let ile TDZ örneği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.log(y);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ReferenceError: Cannot access 'y' before initialization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(TDZ bölgesi — y hoisted ama kullanılamaz)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 =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TDZ sona erdi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.log(y);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42 ✓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const da aynı davranır: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.log(z);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ReferenceError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z =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"merhaba"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132320" y="1920240"/>
            <a:ext cx="4572000" cy="320040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0" y="20116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Bellek Modeli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0" y="2468880"/>
            <a:ext cx="4114800" cy="109728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0" y="25328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TDZ Bölgesi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06640" y="283464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y hoisted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 erişilemiyor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ReferenceError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0" y="3749040"/>
            <a:ext cx="4114800" cy="1097280"/>
          </a:xfrm>
          <a:prstGeom prst="rect">
            <a:avLst/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38130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y = 42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06640" y="41148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Artık kullanılabilir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5303520"/>
            <a:ext cx="1124712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533095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 sonuç: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let/const ile TDZ, var'ın "undefined sürprizinden" daha iyidir — en azından hata verir, sessizce geçmez. Bu yüzden let/const tercih edilmesi gereken tek neden bu bile yeterlidir.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JS'in Kendine Özgü Yapıları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 Coercion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JavaScript'in Sessiz Dönüşümleri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typeof  ·  NaN  ·  == vs ===  ·  Açık vs Örtük Dönüşüm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389120"/>
            <a:ext cx="10698480" cy="1645920"/>
          </a:xfrm>
          <a:prstGeom prst="rect">
            <a:avLst/>
          </a:prstGeom>
          <a:solidFill>
            <a:srgbClr val="0D1440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57200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+ "2"</a:t>
            </a:r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 </a:t>
            </a:r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"12"</a:t>
            </a:r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|     </a:t>
            </a:r>
            <a:pPr indent="0" marL="0">
              <a:buNone/>
            </a:pPr>
            <a:r>
              <a:rPr lang="en-US" sz="1500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"5" - 2</a:t>
            </a:r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|     </a:t>
            </a:r>
            <a:pPr indent="0" marL="0">
              <a:buNone/>
            </a:pPr>
            <a:r>
              <a:rPr lang="en-US" sz="1500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== false</a:t>
            </a:r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(?!?)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slayt bunların neden böyle olduğunu açıklayacak.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03  ·  TİP COERCION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typeof — Ve Tarihin En Ünlü Hatalı Kararı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27632"/>
            <a:ext cx="51206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→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"number"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3.14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→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"number"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"merhaba"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"string"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→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"boolean"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undefined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→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"undefined"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Symbol()      →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"symbol"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9n            →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"bigint"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Obje ve fonksiyonlar: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{}            →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"object"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[]            →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"object"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← dizi de object!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(){}  →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"function"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TARİHİN EN ÜNLÜ HATASI: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→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"object"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← BUG!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463040"/>
            <a:ext cx="5486400" cy="201168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15544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typeof null Neden "object"?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0" y="1965960"/>
            <a:ext cx="5212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1995'te Brendan Eich, bellekte değerleri tip tagı + veri şeklinde saklıyordu. Tag 000 = "object"anlamına geliyordu. null pointer'ın bit temsili de 000'dı. Bu yüzden typeof null → "object". Hata 1997'de fark edildi ama web'i kırmamak için hiç düzeltilmedi. 2025'te bile böyle.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3657600"/>
            <a:ext cx="5486400" cy="1280160"/>
          </a:xfrm>
          <a:prstGeom prst="rect">
            <a:avLst/>
          </a:prstGeom>
          <a:solidFill>
            <a:srgbClr val="F7F9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37490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 kontrolü nasıl yapılır?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411480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 []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"object" (yetersiz)
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Array.isArray([])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true 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5074920"/>
            <a:ext cx="5486400" cy="1097280"/>
          </a:xfrm>
          <a:prstGeom prst="rect">
            <a:avLst/>
          </a:prstGeom>
          <a:solidFill>
            <a:srgbClr val="F7F9FC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51663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kontrolü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553212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=== null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doğru yol
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 x === "object" &amp;&amp; x !== null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güvenli object kontrolü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JS'in Kendine Özgü Yapıları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03  ·  TİP COERCION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NaN — "Sayı Değil" ama Tipi Sayı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(Not a Number), matematiksel olarak anlamsız bir işlemin sonucudur. Ama kendine özgü garip bir yapısı var.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48640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84832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NaN nasıl oluşur?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parseInt(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"merhaba"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→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NaN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→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NaN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Math.sqrt(-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 →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NaN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undefined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NaN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NaN'ın tuhaf özellikleri: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NaN           →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"number"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← !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NaN === NaN       →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← kendine bile eşit değil!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NaN == NaN        →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Doğru kontrol: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isNaN(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"abc"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  →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(ama string'i dönüştürür)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Number.isNaN(NaN) →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← doğru yol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920240"/>
            <a:ext cx="5486400" cy="320040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0116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Neden Önemli?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423160"/>
            <a:ext cx="52120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typeof NaN === "number"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NaN, number tipindedir. Bu sezgisel değil — ama "sayı olmayan bir sayısal sonuç" olarak düşünün.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NaN === NaN → false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754 standardından gelen kural. Tüm dillerde böyle (Python dahil). JS'e özgü değil ama şaşırtıcı.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isNaN() vs Number.isNaN()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isNaN("abc") → true (string'i önce çevirir)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Number.isNaN("abc") → false (tip kontrolü yapar)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zaman Number.isNaN() kullanın.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JS'in Kendine Özgü Yapıları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03  ·  TİP COERCION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== vs === — Gevşek ve Katı Eşitlik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39496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== (Loose Equality) — Kaçının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539496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11680"/>
            <a:ext cx="502920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== false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true  ← !!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 ==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true  ← !!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 == false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true  ← !!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 == undefined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true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"1" ==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true  ← !!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== false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true  ← WTF!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tabloyu ezberlemenize gerek yok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sadece == kullanmayın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463040"/>
            <a:ext cx="557784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4630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=== (Strict Equality) — Her zaman kullanın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1920240"/>
            <a:ext cx="557784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011680"/>
            <a:ext cx="521208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=== false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false  tipler farklı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 ===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false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 === undefined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false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"1" ===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false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===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true  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 === "a"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true  ✓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Kural basit: aynı tip + aynı değer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Başka koşul yok.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5833872"/>
            <a:ext cx="1124712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İstisna: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null/undefined çifti için </a:t>
            </a:r>
            <a:pPr indent="0" marL="0">
              <a:buNone/>
            </a:pPr>
            <a:r>
              <a:rPr lang="en-US" sz="1200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== null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hem null hem undefined'ı yakalar ve bu tek kabul görmüş == kullanımıdır. Geri kalan her yerde </a:t>
            </a:r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kullanın.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JS'in Kendine Özgü Yapıları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03  ·  TİP COERCION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Operatörünün İkili Kişiliği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operatörü hem sayısal toplama hem string birleştirme yapar. String gördüğünde string birleştirmeyi tercih eder.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39496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84832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Soldan sağa değerlendirilir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"3"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"33"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(1+2=3, 3+"3"="33")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"1"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"123"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("1"+2="12", "12"+3)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→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(her ikisi number)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Diğer operatörler coerce eder: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"5"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→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(string → number)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"5"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→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"6"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→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Unary + ile string → number: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"42"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→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(hızlı dönüşüm)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"3.14"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→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3.14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"abc"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→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920240"/>
            <a:ext cx="557784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20116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Güvenli Tip Dönüşümü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9360" y="24688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→ Number için: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2788920"/>
            <a:ext cx="530352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88036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Number(</a:t>
            </a:r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"42"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→ 42
</a:t>
            </a:r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parseInt(</a:t>
            </a:r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"42px"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→ 42
</a:t>
            </a:r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parseFloat(</a:t>
            </a:r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"3.14"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→ 3.14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09360" y="42519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→ String için: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4572000"/>
            <a:ext cx="530352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4663440"/>
            <a:ext cx="5029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→ </a:t>
            </a:r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"42"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(42).toString()  → </a:t>
            </a:r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"42"
</a:t>
            </a:r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`${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}`    → </a:t>
            </a:r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"42"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JS'in Kendine Özgü Yapıları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04  ·  TRUTHY / FALSY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JavaScript'te "Doğruluk" Nedir?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değer boolean bağlamda (if koşulu, &amp;&amp; || operatörleri) ya truthy ya da falsy davranır. Sadece 6 değer falsy'dir: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029200" cy="3200400"/>
          </a:xfrm>
          <a:prstGeom prst="rect">
            <a:avLst/>
          </a:prstGeom>
          <a:solidFill>
            <a:srgbClr val="FEF2F2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1168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FALSY (6 tane — hepsi bu kadar)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448056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46888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926080"/>
            <a:ext cx="448056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92608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(sıfır ve -0)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383280"/>
            <a:ext cx="448056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38328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  (boş string)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448056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84048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4297680"/>
            <a:ext cx="448056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29768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undefined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4754880"/>
            <a:ext cx="448056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75488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760720" y="1920240"/>
            <a:ext cx="5943600" cy="3200400"/>
          </a:xfrm>
          <a:prstGeom prst="rect">
            <a:avLst/>
          </a:prstGeom>
          <a:solidFill>
            <a:srgbClr val="F0FDF4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2011680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TRUTHY (geri kalan her şey)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0" y="2468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"0"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06640" y="2468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boş olmayan string (içi sıfır olsa da)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0" y="2926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"false"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06640" y="2926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string literal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0" y="3383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06640" y="3383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boş dizi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0" y="3840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{}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06640" y="3840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boş nesne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0" y="4297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406640" y="4297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sıfır olmayan sayı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43600" y="4754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=&gt; {}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406640" y="4754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fonksiyon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5303520"/>
            <a:ext cx="11247120" cy="914400"/>
          </a:xfrm>
          <a:prstGeom prst="rect">
            <a:avLst/>
          </a:prstGeom>
          <a:solidFill>
            <a:srgbClr val="F7F9FC"/>
          </a:solidFill>
          <a:ln w="25400">
            <a:solidFill>
              <a:srgbClr val="FBB13C"/>
            </a:solidFill>
            <a:prstDash val="solid"/>
          </a:ln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58968"/>
            <a:ext cx="365760" cy="36576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097280" y="5330952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Dikkat: </a:t>
            </a:r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"0"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truthy'dir (string), ama </a:t>
            </a:r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falsy'dir (number). Aynı görünür, farklı davranır.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Benzer şekilde </a:t>
            </a:r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truthy ama </a:t>
            </a:r>
            <a:pPr indent="0" marL="0">
              <a:buNone/>
            </a:pPr>
            <a:r>
              <a:rPr lang="en-US" sz="1100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== false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true (coercion devrede). Bu yüzden if([]) çalışır, if([] == true) çalışmaz.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JS'in Kendine Özgü Yapıları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05  ·  OPERATÖRLER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&amp;&amp;, ||, ?? — Sadece Boolean Değil, Değer Döndürür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JS'te mantıksal operatörler true/false değil, operandların kendisini döndürür. Bu JS'e özgü güçlü bir pattern.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794760" cy="466344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20240"/>
            <a:ext cx="37947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9202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&amp;&amp;  AND — Kısa Devre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487168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falsy değeri döndürür. Hepsi truthy ise son değeri döndürür.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32004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&amp;&amp; "merhaba"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345643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"merhaba"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79476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 &amp;&amp; kabul()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405079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false (kabul() hiç çağrılmaz)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438912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 &amp;&amp; "bir şey"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464515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null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498348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&amp;&amp; 2 &amp;&amp;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523951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5989320"/>
            <a:ext cx="3611880" cy="457200"/>
          </a:xfrm>
          <a:prstGeom prst="rect">
            <a:avLst/>
          </a:prstGeom>
          <a:solidFill>
            <a:srgbClr val="1E2761">
              <a:alpha val="2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601675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Kullanım: Koşullu render: isLoggedIn &amp;&amp; &lt;Dashboard /&gt;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89120" y="1920240"/>
            <a:ext cx="3794760" cy="466344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0" y="1920240"/>
            <a:ext cx="379476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19202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||  OR — Kısa Devre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26280" y="2487168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truthy değeri döndürür. Hepsi falsy ise son değeri döndürür.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26280" y="32004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 || "varsayılan"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26280" y="345643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"varsayılan"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26280" y="379476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"değer" || "varsayılan"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26280" y="405079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"değer"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26280" y="438912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|| false || 42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26280" y="464515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42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26280" y="498348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 || false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26280" y="523951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false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480560" y="5989320"/>
            <a:ext cx="3611880" cy="45720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601675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Kullanım: Varsayılan değer: const ad = isim || "Misafir"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321040" y="1920240"/>
            <a:ext cx="3794760" cy="466344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21040" y="1920240"/>
            <a:ext cx="3794760" cy="502920"/>
          </a:xfrm>
          <a:prstGeom prst="rect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58200" y="19202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??  Nullish Coalescing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458200" y="2487168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Yalnızca null veya undefined ise sağ tarafı döndürür. 0 ve "" için tetiklenmez!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458200" y="32004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 ?? "varsayılan"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458200" y="345643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"varsayılan"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458200" y="379476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undefined ?? "var"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458200" y="405079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"var"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458200" y="438912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?? "var"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458200" y="464515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0  (! — || ile fark burada)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458200" y="498348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 ?? "var"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458200" y="523951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"" (! — || ile fark burada)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412480" y="5989320"/>
            <a:ext cx="3611880" cy="457200"/>
          </a:xfrm>
          <a:prstGeom prst="rect">
            <a:avLst/>
          </a:prstGeom>
          <a:solidFill>
            <a:srgbClr val="FBB13C">
              <a:alpha val="20000"/>
            </a:srgbClr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03920" y="601675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Kullanım: const sayfa = config.page ?? 1  (0 geçerli değer olabilir)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JS'in Kendine Özgü Yapıları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05  ·  OPERATÖRLER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Optional Chaining (?.) ve Nullish Assignment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ES2020 ile gelen ?. operatörü ve ilgili atama operatörleri, null/undefined kontrollerini çok daha temiz yazar.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48640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84832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Eski yöntem — çirkin ama güvenli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sehir =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 &amp;&amp; user.adres &amp;&amp; user.adres.sehir;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Optional chaining (?.) ile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sehir = user?.adres?.sehir;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user null/undefined ise → undefined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hata atmaz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Metot çağrısında da: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user?.getAdres?.();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güvenli çağrı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Dizi indeksinde: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arr?.[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]?.name;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güvenli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920240"/>
            <a:ext cx="548640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084832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Atama operatörleri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??= (nullish assignment)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Sadece null/undefined ise atar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??=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"varsayılan"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x = x ?? "varsayılan" ile aynı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||= (OR assignment)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Falsy ise atar (0, "" de dahil)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||=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"varsayılan"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&amp;&amp;= (AND assignment)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Truthy ise atar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&amp;&amp;= x *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x truthy ise x = x * 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5303520"/>
            <a:ext cx="1124712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68112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97280" y="533095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 kural: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nesne zincirine erişirken (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user.profile.address.city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her zaman </a:t>
            </a:r>
            <a:pPr indent="0" marL="0">
              <a:buNone/>
            </a:pPr>
            <a:r>
              <a:rPr lang="en-US" sz="12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?.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kullanın. API'den gelen veri her zaman beklediğiniz şekilde gelmez; bu operatör çok sayıda null-check'i tek satıra indirir.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JS'in Kendine Özgü Yapıları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371600"/>
            <a:ext cx="1097280" cy="1097280"/>
          </a:xfrm>
          <a:prstGeom prst="ellipse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627632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1463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103120" y="18288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Uygulamalı: Konsol + HTML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2103120" y="2743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öğrendiklerimizi tarayıcı konsolunda ve basit bir HTML dosyasında deneyelim.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1520" y="3611880"/>
            <a:ext cx="411480" cy="411480"/>
          </a:xfrm>
          <a:prstGeom prst="ellipse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80160" y="35661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var/let/const kapsam deneyi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80160" y="384048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bloğu içinde var vs let tanımla, dışarıdan erişmeyi dene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" y="4206240"/>
            <a:ext cx="411480" cy="411480"/>
          </a:xfrm>
          <a:prstGeom prst="ellipse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280160" y="4160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Hoisting sürprizi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280160" y="443484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Değişkeni kullandıktan sonra tanımla, ne olacağını gözlemle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31520" y="4800600"/>
            <a:ext cx="411480" cy="411480"/>
          </a:xfrm>
          <a:prstGeom prst="ellipse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4800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280160" y="47548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Coercion tuzakları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80160" y="502920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1+"2", "5"-2, 0==false, []==false konsola yaz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31520" y="5394960"/>
            <a:ext cx="411480" cy="411480"/>
          </a:xfrm>
          <a:prstGeom prst="ellipse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5394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280160" y="5349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Truthy/Falsy filtresi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280160" y="562356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dizideki falsy değerleri filter(Boolean) ile temizle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31520" y="5989320"/>
            <a:ext cx="411480" cy="411480"/>
          </a:xfrm>
          <a:prstGeom prst="ellipse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5989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280160" y="59436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?? vs || farkı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280160" y="621792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ve "" için hangi operatörün nasıl davrandığını test et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 ·  EGZERSIZ 1-2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Kapsam ve Hoisting Deneyi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Kapsam testi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847088"/>
            <a:ext cx="51206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Egzersiz 1: Kapsam farkı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kapsam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=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"var"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 =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"let"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.log(a);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"var"  — sızar!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.log(b);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ReferenceError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kapsam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977640"/>
            <a:ext cx="548640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06908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Hoisting testi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4361688"/>
            <a:ext cx="51206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Egzersiz 2: Hoisting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.log(x);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undefined (hata değil)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 =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.log(x);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10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.log(y);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ReferenceError (TDZ)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 =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selamla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"Merhaba" — fonksiyon hoisted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selamla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"Merhaba"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5486400" cy="489204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5544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Gözlemler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2011680"/>
            <a:ext cx="52120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ile let'in tek satır farkı, davranışı tamamen değiştiriyor.
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Hoisting'de var → undefined döner (hata yok, sinsice).
let → ReferenceError (anında belli oluyor).
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declaration hoisting sayesinde tanımdan önce çağrılabilir — bu büyük projede kodun okunma sırasını değiştirmek için kullanılır.
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var'ın tehlikesi tespit edilmesi zor, let/const'ın avantajı hataları erken yakalaması.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JS'in Kendine Özgü Yapıları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 ·  EGZERSİZ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Coercion Tuzakları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6858000" cy="5029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27632"/>
            <a:ext cx="64922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Konsolda deneyin — her satırı ayrı çalıştırın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"2"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    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"12"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"3"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"33"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"5"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    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  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  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undefined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NaN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Karşılaştırmalar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  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true  ← !!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===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 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false ← doğru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  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true  ← !!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.log([] ==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true  ← WTF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.log([] ===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false ← doğru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NaN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.log(NaN === NaN);  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false ← IEEE 754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.log(Number.isNaN(NaN));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true  ← doğru yol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589520" y="1463040"/>
            <a:ext cx="4297680" cy="502920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15544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Neden böyle?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0" y="1965960"/>
            <a:ext cx="40233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+ "2" = "12"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var, + birleştirme yapar.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+ true = 2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→ number (true=1).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+ 1 = 1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sayısala → 0.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 + 1 = NaN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 sayısala → NaN.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[] == false = true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[] → "" → 0, false → 0, 0==0=true. Üç adım coercion!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Çözüm: === her zaman.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JS'in Kendine Özgü Yapıları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 ·  EGZERSİZ 4-5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Truthy/Falsy Filtresi ve ?? vs ||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Falsy Filtresi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847088"/>
            <a:ext cx="51206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Egzersiz 4: filter(Boolean)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liste = [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undefined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NaN],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temiz = liste.filter(Boolean);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.log(temiz);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[1, "a", 2, 3]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filter(Boolean) — tüm falsy'leri siler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Boolean(x) her değeri truthy/falsy'e çevirir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4114800"/>
            <a:ext cx="5486400" cy="2468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20624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?? vs || Farkı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4498848"/>
            <a:ext cx="51206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Egzersiz 5: ?? vs ||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 =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0 geçerli bir değer!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= x ||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10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 falsy — || varsayılana düşer (yanlış!)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 = x ??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0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 null/undefined değil — ?? korur (doğru!)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5486400" cy="512064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5544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Gerçek Dünya Senaryosu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19659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API'den sayfa numarası geliyor. 0 da geçerli bir sayfa numarası olabilir.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2514600"/>
            <a:ext cx="521208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606040"/>
            <a:ext cx="49377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page = response.page;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Hatalı:
</a:t>
            </a:r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p1 = page || 1;
</a:t>
            </a:r>
            <a:pPr indent="0" marL="0">
              <a:buNone/>
            </a:pPr>
            <a:r>
              <a:rPr lang="en-US" sz="1200" i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0. sayfa → 1'e düşer (BUG)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Doğru:
</a:t>
            </a:r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p2 = page ?? 1;
</a:t>
            </a:r>
            <a:pPr indent="0" marL="0">
              <a:buNone/>
            </a:pPr>
            <a:r>
              <a:rPr lang="en-US" sz="1200" i="1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Sadece null/undef ise 1, 0 korunur 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4754880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|| varsayılan değer için iyi ama 0 ve "" geçerli değer olabiliyorsa hatalı davranır. ?? sadece null ve undefined için tetiklenir — bu durumda doğru seçim ??'dir.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JS'in Kendine Özgü Yapıları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KAPANIŞ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Bugün Ne Öğrendik?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749040" cy="105156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72768"/>
            <a:ext cx="411480" cy="411480"/>
          </a:xfrm>
          <a:prstGeom prst="ellipse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727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5361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/ let / const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fonksiyon kapsamlı ve eski. let blok kapsamlı. const sabit referans. Her zaman const, gerekince let.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749040" cy="105156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572768"/>
            <a:ext cx="411480" cy="411480"/>
          </a:xfrm>
          <a:prstGeom prst="ellipse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15727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5361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Hoisting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34840" y="19202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motoru var tanımlarını ve fonksiyonları yukarı taşır. let/const hoisted ama TDZ'de — tanımdan önce erişmek ReferenceError.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38160" y="1463040"/>
            <a:ext cx="3749040" cy="105156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572768"/>
            <a:ext cx="411480" cy="411480"/>
          </a:xfrm>
          <a:prstGeom prst="ellipse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15727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778240" y="15361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typeof ve NaN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75320" y="19202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typeof null === "object" (tarihin hatası). NaN === NaN → false. Kontrol için Number.isNaN() kullanın.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606040"/>
            <a:ext cx="3749040" cy="105156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2715768"/>
            <a:ext cx="411480" cy="411480"/>
          </a:xfrm>
          <a:prstGeom prst="ellipse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7157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26791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vs ===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0632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tip dönüşümü yapar, surprizler üretir. Her zaman === kullanın. İstisna: x == null (hem null hem undefined yakalar).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97680" y="2606040"/>
            <a:ext cx="3749040" cy="105156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34840" y="2715768"/>
            <a:ext cx="411480" cy="411480"/>
          </a:xfrm>
          <a:prstGeom prst="ellipse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34840" y="27157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26791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Truthy / Falsy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34840" y="30632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falsy: false, 0, "", null, undefined, NaN. Geri kalan her şey truthy. "0" ve [] truthy'dir!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138160" y="2606040"/>
            <a:ext cx="3749040" cy="105156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75320" y="2715768"/>
            <a:ext cx="411480" cy="411480"/>
          </a:xfrm>
          <a:prstGeom prst="ellipse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75320" y="27157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778240" y="26791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&amp;&amp; / || / ??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75320" y="30632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değil değer döndürürler. || falsy için, ?? sadece null/undefined için fallback. Güvenli erişim için ?. (optional chaining).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5212080"/>
            <a:ext cx="112471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5257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hafta: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this'in 4 farklı bağlamı  ·  Closure  ·  Arrow function vs function  ·  Callback deseni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40080" y="57150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JavaScript'in Kendine Özgü Yapıları II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JS'in Kendine Özgü Yapıları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1828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9875520" y="3840480"/>
            <a:ext cx="1828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1247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FBB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457200" y="37490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Sorular &amp; Tartışma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hafta: this · Closure · Arrow Function · Callback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JavaScript'in Kendine Özgü Yapıları I</dc:title>
  <dc:subject>PptxGenJS Presentation</dc:subject>
  <dc:creator>PptxGenJS</dc:creator>
  <cp:lastModifiedBy>PptxGenJS</cp:lastModifiedBy>
  <cp:revision>1</cp:revision>
  <dcterms:created xsi:type="dcterms:W3CDTF">2026-04-25T03:57:06Z</dcterms:created>
  <dcterms:modified xsi:type="dcterms:W3CDTF">2026-04-25T03:57:06Z</dcterms:modified>
</cp:coreProperties>
</file>